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 riders</c:v>
                </c:pt>
              </c:strCache>
            </c:strRef>
          </c:tx>
          <c:spPr>
            <a:solidFill>
              <a:srgbClr val="269E9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55</c:v>
                </c:pt>
                <c:pt idx="3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title layout. Replace the name, subtitle, and artwork with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9E9C"/>
                </a:solidFill>
                <a:latin typeface="Aptos"/>
              </a:defRPr>
            </a:pPr>
            <a:r>
              <a:t>PELICAN CYCLE CLUB  / 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A7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A7F"/>
                </a:solidFill>
                <a:latin typeface="Aptos"/>
              </a:defRPr>
            </a:pPr>
            <a:r>
              <a:t>Illustrative concept • All data and plans are fictional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33947"/>
                </a:solidFill>
                <a:latin typeface="Aptos"/>
              </a:defRPr>
            </a:pPr>
            <a:r>
              <a:t>Big beak.</a:t>
            </a:r>
          </a:p>
          <a:p>
            <a:pPr>
              <a:defRPr sz="4400" b="1">
                <a:solidFill>
                  <a:srgbClr val="233947"/>
                </a:solidFill>
                <a:latin typeface="Aptos"/>
              </a:defRPr>
            </a:pPr>
            <a:r>
              <a:t>Bigger adventures.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49039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607A7F"/>
                </a:solidFill>
                <a:latin typeface="Aptos"/>
              </a:defRPr>
            </a:pPr>
            <a:r>
              <a:t>A playful sample deck for the</a:t>
            </a:r>
          </a:p>
          <a:p>
            <a:pPr>
              <a:defRPr sz="2400" b="0">
                <a:solidFill>
                  <a:srgbClr val="607A7F"/>
                </a:solidFill>
                <a:latin typeface="Aptos"/>
              </a:defRPr>
            </a:pPr>
            <a:r>
              <a:t>Pelican Cycle Club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166360"/>
            <a:ext cx="3108960" cy="548640"/>
          </a:xfrm>
          <a:prstGeom prst="roundRect">
            <a:avLst/>
          </a:prstGeom>
          <a:solidFill>
            <a:srgbClr val="269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LET’S ROLL</a:t>
            </a:r>
          </a:p>
        </p:txBody>
      </p:sp>
      <p:pic>
        <p:nvPicPr>
          <p:cNvPr id="9" name="Picture 8" descr="peli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80160"/>
            <a:ext cx="6217920" cy="483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9E9C"/>
                </a:solidFill>
                <a:latin typeface="Aptos"/>
              </a:defRPr>
            </a:pPr>
            <a:r>
              <a:t>PELICAN CYCLE CLUB  / 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A7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3947"/>
                </a:solidFill>
                <a:latin typeface="Aptos"/>
              </a:defRPr>
            </a:pPr>
            <a:r>
              <a:t>A simple idea, with room to grow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07A7F"/>
                </a:solidFill>
                <a:latin typeface="Aptos"/>
              </a:defRPr>
            </a:pPr>
            <a:r>
              <a:t>Example layout: three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A7F"/>
                </a:solidFill>
                <a:latin typeface="Aptos"/>
              </a:defRPr>
            </a:pPr>
            <a:r>
              <a:t>Illustrative concept • All data and plans are fictional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3375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9E9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33947"/>
                </a:solidFill>
                <a:latin typeface="Aptos"/>
              </a:defRPr>
            </a:pPr>
            <a:r>
              <a:t>Ride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607A7F"/>
                </a:solidFill>
                <a:latin typeface="Aptos"/>
              </a:defRPr>
            </a:pPr>
            <a:r>
              <a:t>Easy routes. Friendly faces.</a:t>
            </a:r>
          </a:p>
          <a:p>
            <a:pPr>
              <a:defRPr sz="1900" b="0">
                <a:solidFill>
                  <a:srgbClr val="607A7F"/>
                </a:solidFill>
                <a:latin typeface="Aptos"/>
              </a:defRPr>
            </a:pPr>
            <a:r>
              <a:t>A pace everyone can enjoy.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60320"/>
            <a:ext cx="33375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9E9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20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33947"/>
                </a:solidFill>
                <a:latin typeface="Aptos"/>
              </a:defRPr>
            </a:pPr>
            <a:r>
              <a:t>Explore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519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607A7F"/>
                </a:solidFill>
                <a:latin typeface="Aptos"/>
              </a:defRPr>
            </a:pPr>
            <a:r>
              <a:t>Discover coastal paths and</a:t>
            </a:r>
          </a:p>
          <a:p>
            <a:pPr>
              <a:defRPr sz="1900" b="0">
                <a:solidFill>
                  <a:srgbClr val="607A7F"/>
                </a:solidFill>
                <a:latin typeface="Aptos"/>
              </a:defRPr>
            </a:pPr>
            <a:r>
              <a:t>new neighborhood favorites.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60320"/>
            <a:ext cx="33375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9E9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520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33947"/>
                </a:solidFill>
                <a:latin typeface="Aptos"/>
              </a:defRPr>
            </a:pPr>
            <a:r>
              <a:t>Make it fun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2519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607A7F"/>
                </a:solidFill>
                <a:latin typeface="Aptos"/>
              </a:defRPr>
            </a:pPr>
            <a:r>
              <a:t>A memorable mascot and</a:t>
            </a:r>
          </a:p>
          <a:p>
            <a:pPr>
              <a:defRPr sz="1900" b="0">
                <a:solidFill>
                  <a:srgbClr val="607A7F"/>
                </a:solidFill>
                <a:latin typeface="Aptos"/>
              </a:defRPr>
            </a:pPr>
            <a:r>
              <a:t>a reason to come 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9E9C"/>
                </a:solidFill>
                <a:latin typeface="Aptos"/>
              </a:defRPr>
            </a:pPr>
            <a:r>
              <a:t>PELICAN CYCLE CLUB  / 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A7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3947"/>
                </a:solidFill>
                <a:latin typeface="Aptos"/>
              </a:defRPr>
            </a:pPr>
            <a:r>
              <a:t>Give your story a memorable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07A7F"/>
                </a:solidFill>
                <a:latin typeface="Aptos"/>
              </a:defRPr>
            </a:pPr>
            <a:r>
              <a:t>Example layout: image + supporting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A7F"/>
                </a:solidFill>
                <a:latin typeface="Aptos"/>
              </a:defRPr>
            </a:pPr>
            <a:r>
              <a:t>Illustrative concept • All data and plans are fictional</a:t>
            </a:r>
          </a:p>
        </p:txBody>
      </p:sp>
      <p:pic>
        <p:nvPicPr>
          <p:cNvPr id="7" name="Picture 6" descr="peli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166360" cy="4018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947"/>
                </a:solidFill>
                <a:latin typeface="Aptos"/>
              </a:defRPr>
            </a:pPr>
            <a:r>
              <a:t>Meet your ride companion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2900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A distinctive illustration makes the idea easy to recognize.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Use it on event invitations, welcome slides, and club materials.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9E9C"/>
                </a:solidFill>
                <a:latin typeface="Aptos"/>
              </a:defRPr>
            </a:pPr>
            <a:r>
              <a:t>PELICAN CYCLE CLUB  / 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A7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3947"/>
                </a:solidFill>
                <a:latin typeface="Aptos"/>
              </a:defRPr>
            </a:pPr>
            <a:r>
              <a:t>Show momentum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07A7F"/>
                </a:solidFill>
                <a:latin typeface="Aptos"/>
              </a:defRPr>
            </a:pPr>
            <a:r>
              <a:t>Example layout: editable chart + 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A7F"/>
                </a:solidFill>
                <a:latin typeface="Aptos"/>
              </a:defRPr>
            </a:pPr>
            <a:r>
              <a:t>Illustrative concept • All data and plans are fictional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560320"/>
          <a:ext cx="694944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2651760"/>
            <a:ext cx="329184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880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269E9C"/>
                </a:solidFill>
                <a:latin typeface="Aptos"/>
              </a:defRPr>
            </a:pPr>
            <a:r>
              <a:t>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931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3947"/>
                </a:solidFill>
                <a:latin typeface="Aptos"/>
              </a:defRPr>
            </a:pPr>
            <a:r>
              <a:t>Growth in monthly riders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07A7F"/>
                </a:solidFill>
                <a:latin typeface="Aptos"/>
              </a:defRPr>
            </a:pPr>
            <a:r>
              <a:t>Illustrative data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9E9C"/>
                </a:solidFill>
                <a:latin typeface="Aptos"/>
              </a:defRPr>
            </a:pPr>
            <a:r>
              <a:t>PELICAN CYCLE CLUB  / 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A7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3947"/>
                </a:solidFill>
                <a:latin typeface="Aptos"/>
              </a:defRPr>
            </a:pPr>
            <a:r>
              <a:t>Turn the idea into a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07A7F"/>
                </a:solidFill>
                <a:latin typeface="Aptos"/>
              </a:defRPr>
            </a:pPr>
            <a:r>
              <a:t>Example layout: a three-step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A7F"/>
                </a:solidFill>
                <a:latin typeface="Aptos"/>
              </a:defRPr>
            </a:pPr>
            <a:r>
              <a:t>Illustrative concept • All data and plans are fictional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37560" cy="73152"/>
          </a:xfrm>
          <a:prstGeom prst="roundRect">
            <a:avLst/>
          </a:prstGeom>
          <a:solidFill>
            <a:srgbClr val="269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9E9C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3947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Choose a route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Create an invitation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Confirm the essentials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337560" cy="73152"/>
          </a:xfrm>
          <a:prstGeom prst="roundRect">
            <a:avLst/>
          </a:prstGeom>
          <a:solidFill>
            <a:srgbClr val="269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9E9C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3947"/>
                </a:solidFill>
                <a:latin typeface="Aptos"/>
              </a:defRPr>
            </a:pPr>
            <a: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97763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Welcome the riders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Run the first event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Capture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337560" cy="73152"/>
          </a:xfrm>
          <a:prstGeom prst="roundRect">
            <a:avLst/>
          </a:prstGeom>
          <a:solidFill>
            <a:srgbClr val="269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9E9C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3947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97763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Refine the route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Share the highlights</a:t>
            </a:r>
          </a:p>
          <a:p>
            <a:pPr>
              <a:defRPr sz="2200" b="0">
                <a:solidFill>
                  <a:srgbClr val="607A7F"/>
                </a:solidFill>
                <a:latin typeface="Aptos"/>
              </a:defRPr>
            </a:pPr>
            <a:r>
              <a:t>Plan the next 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9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A78"/>
                </a:solidFill>
                <a:latin typeface="Aptos"/>
              </a:defRPr>
            </a:pPr>
            <a:r>
              <a:t>PELICAN CYCLE CLUB  / 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5E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CE7DF"/>
                </a:solidFill>
                <a:latin typeface="Aptos"/>
              </a:defRPr>
            </a:pPr>
            <a:r>
              <a:t>Illustrative concept • All data and plans are fictional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4F5E9"/>
                </a:solidFill>
                <a:latin typeface="Aptos"/>
              </a:defRPr>
            </a:pPr>
            <a:r>
              <a:t>Ready for the next ride?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DCE7DF"/>
                </a:solidFill>
                <a:latin typeface="Aptos"/>
              </a:defRPr>
            </a:pPr>
            <a:r>
              <a:t>Make the invitation clear.</a:t>
            </a:r>
          </a:p>
          <a:p>
            <a:pPr>
              <a:defRPr sz="2800" b="0">
                <a:solidFill>
                  <a:srgbClr val="DCE7DF"/>
                </a:solidFill>
                <a:latin typeface="Aptos"/>
              </a:defRPr>
            </a:pPr>
            <a:r>
              <a:t>Make the experience welcoming.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83480"/>
            <a:ext cx="3749039" cy="685800"/>
          </a:xfrm>
          <a:prstGeom prst="roundRect">
            <a:avLst/>
          </a:prstGeom>
          <a:solidFill>
            <a:srgbClr val="F8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3947"/>
                </a:solidFill>
                <a:latin typeface="Aptos"/>
              </a:defRPr>
            </a:pPr>
            <a:r>
              <a:t>YOUR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